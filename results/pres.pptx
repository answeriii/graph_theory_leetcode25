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9" r:id="rId3"/>
    <p:sldId id="260" r:id="rId4"/>
    <p:sldId id="263" r:id="rId5"/>
    <p:sldId id="261" r:id="rId6"/>
    <p:sldId id="264" r:id="rId7"/>
    <p:sldId id="262" r:id="rId8"/>
    <p:sldId id="265" r:id="rId9"/>
    <p:sldId id="266" r:id="rId10"/>
    <p:sldId id="267" r:id="rId11"/>
    <p:sldId id="268" r:id="rId12"/>
    <p:sldId id="269" r:id="rId13"/>
    <p:sldId id="275" r:id="rId14"/>
    <p:sldId id="271" r:id="rId15"/>
    <p:sldId id="272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29"/>
  </p:normalViewPr>
  <p:slideViewPr>
    <p:cSldViewPr snapToGrid="0">
      <p:cViewPr varScale="1">
        <p:scale>
          <a:sx n="138" d="100"/>
          <a:sy n="138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8D8C-2711-A077-8E6C-F13B71131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A1419-7B4D-044E-D40B-2B70ED616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0D707-573D-52E4-1F80-BB2ABEE5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E333F-4018-3615-9D59-4FF4B299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CAD0-3114-AE0B-E08A-80E6E92A3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8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87B9-9141-397A-4B86-B2A1018E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53AA-2D0A-1068-21B5-6AB804EEE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357D2-27C3-5A7F-683A-8448C19D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2C28C-58DE-9E5A-ECD7-C51DF5BF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92359-3ED3-68AC-FCC2-B7B0A711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8314C-FEC9-48DE-1056-AD8991E90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87400-95BA-25F3-525F-8F6615796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6A0CB-5015-D6E6-9F7E-484FCE9D0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E30B1-95FE-7E84-B1D8-EF2F8132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F825-C239-8869-875D-7FE4BF8A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5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6323-440D-4E54-1DF4-0737848E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501E1-2097-C039-3F48-A36152396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2F21D-38E1-A84A-2DE7-A87C5D4F0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24769-FABD-63FC-DD00-A4DE26D8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B6F13-D363-B59A-8358-2F56DC2B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CA711-CE1D-3D7C-2715-516B7FA7B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6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6F686-CAA4-AD35-D3C7-F2E4678AE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AC657-F1BF-11BF-3A1E-93D33FA5A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92B3F-705A-0F71-CB9B-945553B89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BDB65-3C4A-C8D8-641E-EB025F5BB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34233-0573-FA0C-8C95-75B0B1554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835273-D6B2-41E1-7CE2-5BD1511CC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1805B-FD5E-4226-BD93-8EB1FFB9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007C0-C85D-D0B0-7194-A580919F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62AA9-98B1-2080-B846-790F46E6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2B202-3729-E2E9-346B-F835B7CF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90971-4602-51DD-B499-8A21DD24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BA957-61E9-E5E5-36F0-F89DEE3E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90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11B51-8F2A-037F-9933-AD9715C0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02922-860C-35F4-EBC9-3F158F5DF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BC533-F429-9DBF-A574-2BEFA68F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0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BE21-75A0-5E90-DA0E-B4720C7C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BB0A-C921-1A1A-2176-A0665C65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0A3F3-D0D0-B0EE-E74C-03ACC0B16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6AF98-3303-98B6-DC2A-342AD55A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D7FB-F45E-32BC-0FB8-964E47BC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E4841-B584-4871-C153-AFE972A4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9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E8A9-038C-E3DD-28E8-4FF9D6F0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C5CDF2-F754-93B1-B710-C16DA63A5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8E7DC-FB1D-0454-B409-E13089BD4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56A54-3965-09E0-C5CA-FC78A1FB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531AA-F68F-8C6E-4617-3E1B67BB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1FF3F-4C72-4D35-4EB3-AC93BCEE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31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1AFA-5E9D-FCE9-0671-28BA77C5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E3DEF-34D5-3D67-EEF0-50DBCDBDD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41F2B-6FD5-55EF-B8CE-E1FB7B1E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80C53-A967-897B-8A10-F7EC9DC8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4060F-F944-9FAA-F497-5CC23228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1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0EAFA8-6865-7229-ADF4-DDA7FB9544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94958-E5CA-4F7D-D313-19A1C48E4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C40DB-0560-AC9A-A9B3-AA86D3E01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9191E-42AE-8808-B0EC-063405A6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2B085-4155-69BF-EA9D-FEAB46EB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10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474C2-248C-C257-126D-62C0FC97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C2BF9-2CFE-1E8E-FE9C-E1F7DF49E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BBF39-B1AF-1988-B84C-BB7C46CAC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D5CCF-EDB3-1944-BB31-7ADB8F2E1A0A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77C19-2367-79A0-241D-58ADB7342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310DE-6D0C-FD47-9FFA-152A0DEB9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25316-5C28-D54A-945B-F45E8961C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633F-C91B-541D-1200-4A13B5E2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LCA -&gt; SC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DE2A6-BF81-811D-E750-BEB42ACBF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72" y="2034922"/>
            <a:ext cx="10190628" cy="278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8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2D86-80B8-7485-1916-0651E4F7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работы алгоритмов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DDE9D-F4EC-E2C3-DF82-D62DF8EB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7082"/>
            <a:ext cx="12176739" cy="107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23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717E-779C-5EDC-5AF1-70F7B497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BASIC, CA-</a:t>
            </a:r>
            <a:r>
              <a:rPr lang="en-US" dirty="0" err="1"/>
              <a:t>AstroPh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730E2-4714-9AC7-011E-0F8DD6BD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39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9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20BD-0033-9124-790E-39B1626E5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SC, CA-</a:t>
            </a:r>
            <a:r>
              <a:rPr lang="en-US" dirty="0" err="1"/>
              <a:t>AstroPh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6718B2-C299-F2A0-213C-A6F3B34F0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9421091" cy="445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0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B143-2F74-6EFD-29A5-6675EA49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BASIC, CA-</a:t>
            </a:r>
            <a:r>
              <a:rPr lang="en-US" dirty="0" err="1"/>
              <a:t>GrQc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40F94B-8DEA-C82D-F3D8-45BA200B6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5343"/>
            <a:ext cx="12192000" cy="450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2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B5D8-0360-0A5E-71C0-9FD90011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SC, CA-</a:t>
            </a:r>
            <a:r>
              <a:rPr lang="en-US" dirty="0" err="1"/>
              <a:t>GrQc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7ED81E-E8D0-A643-781C-7A09CAEF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667"/>
            <a:ext cx="9975273" cy="482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6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C79B-37ED-1419-8B98-5114D037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BASIC, Wiki-Vote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FDD20-627C-4586-A050-1A8A44F1C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37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12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3352-6A57-F911-5CF7-91270261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SC, Wiki-Vote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38ED8A-506F-9D64-76A3-FF287B97D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0335491" cy="488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07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FED4-BA3D-0044-55EA-1518683C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558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FA0D-F416-5165-C864-9DAC1A68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/>
            <a:r>
              <a:rPr lang="ru-RU" dirty="0"/>
              <a:t>«Чем больше </a:t>
            </a:r>
            <a:r>
              <a:rPr lang="en-US" dirty="0"/>
              <a:t>k, </a:t>
            </a:r>
            <a:r>
              <a:rPr lang="ru-RU" dirty="0"/>
              <a:t>тем меньше ошибка</a:t>
            </a:r>
            <a:r>
              <a:rPr lang="en-US" dirty="0"/>
              <a:t>»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03DB1-651F-A9A9-2A88-04DE924A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09" y="1227313"/>
            <a:ext cx="10206181" cy="526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80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1C54-E4AC-D8A7-1B34-76236A6D6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random – </a:t>
            </a:r>
            <a:r>
              <a:rPr lang="ru-RU" dirty="0"/>
              <a:t>плохо, </a:t>
            </a:r>
            <a:r>
              <a:rPr lang="en-US" dirty="0"/>
              <a:t>highest deg ≈</a:t>
            </a:r>
            <a:r>
              <a:rPr lang="ru-RU" dirty="0"/>
              <a:t> </a:t>
            </a:r>
            <a:r>
              <a:rPr lang="en-US" dirty="0"/>
              <a:t>best </a:t>
            </a:r>
            <a:r>
              <a:rPr lang="en-US" dirty="0" err="1"/>
              <a:t>cov</a:t>
            </a:r>
            <a:r>
              <a:rPr lang="en-US" dirty="0"/>
              <a:t>.</a:t>
            </a:r>
            <a:r>
              <a:rPr lang="ru-RU" dirty="0"/>
              <a:t>»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EBC07-599A-A784-1C4A-885CEE0BB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8983"/>
            <a:ext cx="9885218" cy="509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84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A76AE-94FC-94B7-D83D-F37CE624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en-US" dirty="0"/>
              <a:t>SC </a:t>
            </a:r>
            <a:r>
              <a:rPr lang="ru-RU" dirty="0"/>
              <a:t>точнее, чем </a:t>
            </a:r>
            <a:r>
              <a:rPr lang="en-US" dirty="0"/>
              <a:t>BASIC</a:t>
            </a:r>
            <a:r>
              <a:rPr lang="ru-RU" dirty="0"/>
              <a:t>»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84003-7E97-39E0-476A-2FE6AEE4F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2358"/>
            <a:ext cx="10477697" cy="540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99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16AC-33EF-C906-D3C5-2848A8F7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графики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DC8DD-50B5-FCD4-56B0-C74DFD015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36" y="1273774"/>
            <a:ext cx="10116127" cy="521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60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5505-2F1F-03B1-90A1-04FAFA12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«больше всего времени на подготовку</a:t>
            </a:r>
            <a:br>
              <a:rPr lang="en-US" dirty="0"/>
            </a:br>
            <a:r>
              <a:rPr lang="en-US" dirty="0"/>
              <a:t>	</a:t>
            </a:r>
            <a:r>
              <a:rPr lang="ru-RU" dirty="0"/>
              <a:t>(</a:t>
            </a:r>
            <a:r>
              <a:rPr lang="en-US" dirty="0"/>
              <a:t>BFS -&gt; d(v, landmark)</a:t>
            </a:r>
            <a:r>
              <a:rPr lang="ru-RU" dirty="0"/>
              <a:t>»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45D17-27EC-8755-D41C-1921268F5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581120" cy="494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43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FD76-7095-B563-9C4C-ED80BF88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«больше всего времени на подготовку</a:t>
            </a:r>
            <a:br>
              <a:rPr lang="en-US" dirty="0"/>
            </a:br>
            <a:r>
              <a:rPr lang="en-US" dirty="0"/>
              <a:t>	</a:t>
            </a:r>
            <a:r>
              <a:rPr lang="ru-RU" dirty="0"/>
              <a:t>(</a:t>
            </a:r>
            <a:r>
              <a:rPr lang="en-US" dirty="0"/>
              <a:t>SPT)</a:t>
            </a:r>
            <a:r>
              <a:rPr lang="ru-RU" dirty="0"/>
              <a:t>»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9EA7E-7D40-7647-E892-8A766FF71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690688"/>
            <a:ext cx="9963727" cy="514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4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399C-D3D2-1C76-C99D-DE975D80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графики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8234BF-D57F-D595-6233-0320370AF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43" y="1373559"/>
            <a:ext cx="9922714" cy="511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5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87</Words>
  <Application>Microsoft Macintosh PowerPoint</Application>
  <PresentationFormat>Widescreen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LCA -&gt; SC</vt:lpstr>
      <vt:lpstr>Анализ работы алгоритмов</vt:lpstr>
      <vt:lpstr>BASIC, CA-AstroPh</vt:lpstr>
      <vt:lpstr>SC, CA-AstroPh</vt:lpstr>
      <vt:lpstr>BASIC, CA-GrQc</vt:lpstr>
      <vt:lpstr>SC, CA-GrQc</vt:lpstr>
      <vt:lpstr>BASIC, Wiki-Vote</vt:lpstr>
      <vt:lpstr>SC, Wiki-Vote</vt:lpstr>
      <vt:lpstr>Выводы</vt:lpstr>
      <vt:lpstr>«Чем больше k, тем меньше ошибка»</vt:lpstr>
      <vt:lpstr>«random – плохо, highest deg ≈ best cov.»</vt:lpstr>
      <vt:lpstr>«SC точнее, чем BASIC»</vt:lpstr>
      <vt:lpstr>Общие графики</vt:lpstr>
      <vt:lpstr>«больше всего времени на подготовку  (BFS -&gt; d(v, landmark)»</vt:lpstr>
      <vt:lpstr>«больше всего времени на подготовку  (SPT)»</vt:lpstr>
      <vt:lpstr>Общие графики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Danil Mikhaylov</dc:creator>
  <cp:lastModifiedBy>Danil Mikhaylov</cp:lastModifiedBy>
  <cp:revision>5</cp:revision>
  <dcterms:created xsi:type="dcterms:W3CDTF">2025-05-25T18:39:26Z</dcterms:created>
  <dcterms:modified xsi:type="dcterms:W3CDTF">2025-05-25T20:32:21Z</dcterms:modified>
</cp:coreProperties>
</file>