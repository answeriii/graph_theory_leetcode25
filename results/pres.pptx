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74" r:id="rId2"/>
    <p:sldId id="259" r:id="rId3"/>
    <p:sldId id="260" r:id="rId4"/>
    <p:sldId id="263" r:id="rId5"/>
    <p:sldId id="261" r:id="rId6"/>
    <p:sldId id="264" r:id="rId7"/>
    <p:sldId id="262" r:id="rId8"/>
    <p:sldId id="265" r:id="rId9"/>
    <p:sldId id="278" r:id="rId10"/>
    <p:sldId id="277" r:id="rId11"/>
    <p:sldId id="266" r:id="rId12"/>
    <p:sldId id="267" r:id="rId13"/>
    <p:sldId id="268" r:id="rId14"/>
    <p:sldId id="269" r:id="rId15"/>
    <p:sldId id="275" r:id="rId16"/>
    <p:sldId id="271" r:id="rId17"/>
    <p:sldId id="272" r:id="rId18"/>
    <p:sldId id="276" r:id="rId1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853"/>
    <p:restoredTop sz="94702"/>
  </p:normalViewPr>
  <p:slideViewPr>
    <p:cSldViewPr snapToGrid="0">
      <p:cViewPr varScale="1">
        <p:scale>
          <a:sx n="138" d="100"/>
          <a:sy n="138" d="100"/>
        </p:scale>
        <p:origin x="192" y="4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318D8C-2711-A077-8E6C-F13B7113124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10A1419-7B4D-044E-D40B-2B70ED6161E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AF0D707-573D-52E4-1F80-BB2ABEE54E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4D5CCF-EDB3-1944-BB31-7ADB8F2E1A0A}" type="datetimeFigureOut">
              <a:rPr lang="en-US" smtClean="0"/>
              <a:t>5/30/25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0FE333F-4018-3615-9D59-4FF4B29935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ACCAD0-3114-AE0B-E08A-80E6E92A39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E25316-5C28-D54A-945B-F45E8961C2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79882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BA87B9-9141-397A-4B86-B2A1018E4D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E4353AA-2D0A-1068-21B5-6AB804EEE4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D357D2-27C3-5A7F-683A-8448C19D4B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4D5CCF-EDB3-1944-BB31-7ADB8F2E1A0A}" type="datetimeFigureOut">
              <a:rPr lang="en-US" smtClean="0"/>
              <a:t>5/30/25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82C28C-58DE-9E5A-ECD7-C51DF5BF8F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C92359-3ED3-68AC-FCC2-B7B0A7116F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E25316-5C28-D54A-945B-F45E8961C2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30115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D8314C-FEC9-48DE-1056-AD8991E90C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8187400-95BA-25F3-525F-8F6615796E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E06A0CB-5015-D6E6-9F7E-484FCE9D04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4D5CCF-EDB3-1944-BB31-7ADB8F2E1A0A}" type="datetimeFigureOut">
              <a:rPr lang="en-US" smtClean="0"/>
              <a:t>5/30/25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39E30B1-95FE-7E84-B1D8-EF2F8132A6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FB0F825-C239-8869-875D-7FE4BF8A26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E25316-5C28-D54A-945B-F45E8961C2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21555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9D6323-440D-4E54-1DF4-0737848E5E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C501E1-2097-C039-3F48-A36152396A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F92F21D-38E1-A84A-2DE7-A87C5D4F0E3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D524769-FABD-63FC-DD00-A4DE26D8D3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4D5CCF-EDB3-1944-BB31-7ADB8F2E1A0A}" type="datetimeFigureOut">
              <a:rPr lang="en-US" smtClean="0"/>
              <a:t>5/30/25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5CB6F13-D363-B59A-8358-2F56DC2BCF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2BCA711-CE1D-3D7C-2715-516B7FA7B9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E25316-5C28-D54A-945B-F45E8961C2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45691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D6F686-CAA4-AD35-D3C7-F2E4678AE0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8FAC657-F1BF-11BF-3A1E-93D33FA5A05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6092B3F-705A-0F71-CB9B-945553B89A0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ABBDB65-3C4A-C8D8-641E-EB025F5BB62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A434233-0573-FA0C-8C95-75B0B1554DA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E835273-D6B2-41E1-7CE2-5BD1511CC6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4D5CCF-EDB3-1944-BB31-7ADB8F2E1A0A}" type="datetimeFigureOut">
              <a:rPr lang="en-US" smtClean="0"/>
              <a:t>5/30/25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691805B-FD5E-4226-BD93-8EB1FFB99B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93007C0-C85D-D0B0-7194-A580919FE2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E25316-5C28-D54A-945B-F45E8961C2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47224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762AA9-98B1-2080-B846-790F46E6D7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0B2B202-3729-E2E9-346B-F835B7CF73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4D5CCF-EDB3-1944-BB31-7ADB8F2E1A0A}" type="datetimeFigureOut">
              <a:rPr lang="en-US" smtClean="0"/>
              <a:t>5/30/25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2B90971-4602-51DD-B499-8A21DD2442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B9BA957-61E9-E5E5-36F0-F89DEE3E79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E25316-5C28-D54A-945B-F45E8961C2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71902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0C11B51-8F2A-037F-9933-AD9715C0F2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4D5CCF-EDB3-1944-BB31-7ADB8F2E1A0A}" type="datetimeFigureOut">
              <a:rPr lang="en-US" smtClean="0"/>
              <a:t>5/30/25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1D02922-860C-35F4-EBC9-3F158F5DF4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45BC533-F429-9DBF-A574-2BEFA68F5E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E25316-5C28-D54A-945B-F45E8961C2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66076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1BBE21-75A0-5E90-DA0E-B4720C7C69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85BB0A-C921-1A1A-2176-A0665C65930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270A3F3-D0D0-B0EE-E74C-03ACC0B166E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316AF98-3303-98B6-DC2A-342AD55A9C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4D5CCF-EDB3-1944-BB31-7ADB8F2E1A0A}" type="datetimeFigureOut">
              <a:rPr lang="en-US" smtClean="0"/>
              <a:t>5/30/25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EF1D7FB-F45E-32BC-0FB8-964E47BC9F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A1E4841-B584-4871-C153-AFE972A413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E25316-5C28-D54A-945B-F45E8961C2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149092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4AE8A9-038C-E3DD-28E8-4FF9D6F027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6C5CDF2-F754-93B1-B710-C16DA63A562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B48E7DC-FB1D-0454-B409-E13089BD4BF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CC56A54-3965-09E0-C5CA-FC78A1FBDE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4D5CCF-EDB3-1944-BB31-7ADB8F2E1A0A}" type="datetimeFigureOut">
              <a:rPr lang="en-US" smtClean="0"/>
              <a:t>5/30/25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A0531AA-F68F-8C6E-4617-3E1B67BBB6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6B1FF3F-4C72-4D35-4EB3-AC93BCEE3C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E25316-5C28-D54A-945B-F45E8961C2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633112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E41AFA-5E9D-FCE9-0671-28BA77C5AB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F1E3DEF-34D5-3D67-EEF0-50DBCDBDDB5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0F41F2B-6FD5-55EF-B8CE-E1FB7B1ECC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4D5CCF-EDB3-1944-BB31-7ADB8F2E1A0A}" type="datetimeFigureOut">
              <a:rPr lang="en-US" smtClean="0"/>
              <a:t>5/30/25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E80C53-A967-897B-8A10-F7EC9DC850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B54060F-F944-9FAA-F497-5CC23228C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E25316-5C28-D54A-945B-F45E8961C2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181738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70EAFA8-6865-7229-ADF4-DDA7FB9544A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3394958-E5CA-4F7D-D313-19A1C48E4F3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59C40DB-0560-AC9A-A9B3-AA86D3E010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4D5CCF-EDB3-1944-BB31-7ADB8F2E1A0A}" type="datetimeFigureOut">
              <a:rPr lang="en-US" smtClean="0"/>
              <a:t>5/30/25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C9191E-42AE-8808-B0EC-063405A65D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9D2B085-4155-69BF-EA9D-FEAB46EBEE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E25316-5C28-D54A-945B-F45E8961C2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071096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C2474C2-248C-C257-126D-62C0FC972B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80C2BF9-2CFE-1E8E-FE9C-E1F7DF49E30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ABBBF39-B1AF-1988-B84C-BB7C46CAC03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54D5CCF-EDB3-1944-BB31-7ADB8F2E1A0A}" type="datetimeFigureOut">
              <a:rPr lang="en-US" smtClean="0"/>
              <a:t>5/30/25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0177C19-2367-79A0-241D-58ADB7342B9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3D310DE-6D0C-FD47-9FFA-152A0DEB936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FE25316-5C28-D54A-945B-F45E8961C2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22174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34633F-C91B-541D-1200-4A13B5E276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LCA -&gt; SC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78DE2A6-BF81-811D-E750-BEB42ACBF10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3172" y="2034922"/>
            <a:ext cx="10190628" cy="27881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85812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332D86-80B8-7485-1916-0651E4F7E4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Анализ работы алгоритмов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95DDE9D-F4EC-E2C3-DF82-D62DF8EBC0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957082"/>
            <a:ext cx="12176739" cy="10792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73236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C7717E-779C-5EDC-5AF1-70F7B4975F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BASIC, CA-</a:t>
            </a:r>
            <a:r>
              <a:rPr lang="en-US" dirty="0" err="1"/>
              <a:t>AstroPh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BF730E2-4714-9AC7-011E-0F8DD6BD8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690688"/>
            <a:ext cx="12192000" cy="43970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51938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4320BD-0033-9124-790E-39B1626E50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SC, CA-</a:t>
            </a:r>
            <a:r>
              <a:rPr lang="en-US" dirty="0" err="1"/>
              <a:t>AstroPh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F6718B2-C299-F2A0-213C-A6F3B34F05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690688"/>
            <a:ext cx="9421091" cy="44513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350857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39B143-2F74-6EFD-29A5-6675EA49E2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BASIC, CA-</a:t>
            </a:r>
            <a:r>
              <a:rPr lang="en-US" dirty="0" err="1"/>
              <a:t>GrQc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340F94B-8DEA-C82D-F3D8-45BA200B6D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755343"/>
            <a:ext cx="12192000" cy="45090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572003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EB5D8-0360-0A5E-71C0-9FD9001143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SC, CA-</a:t>
            </a:r>
            <a:r>
              <a:rPr lang="en-US" dirty="0" err="1"/>
              <a:t>GrQc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37ED81E-E8D0-A643-781C-7A09CAEFBAE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669667"/>
            <a:ext cx="9975273" cy="48232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496157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1DC79B-37ED-1419-8B98-5114D0375F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BASIC, Wiki-Vote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67FDD20-627C-4586-A050-1A8A44F1C3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690688"/>
            <a:ext cx="12192000" cy="43762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581291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933352-6A57-F911-5CF7-91270261AF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SC, Wiki-Vote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438ED8A-506F-9D64-76A3-FF287B97D9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690688"/>
            <a:ext cx="10335491" cy="48800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920776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826CEC-7668-7AD9-3E10-324C917244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BASIC, graph_8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DEB1195-F2D7-51CD-474F-D3D6FA475A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469624"/>
            <a:ext cx="12192000" cy="27906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946560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ECD825-C439-7039-23E6-60350D21DE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SC, graph_8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3A29C8B-8522-B51D-F23A-C5AFDE628F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279694"/>
            <a:ext cx="12192000" cy="32337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672838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75FED4-BA3D-0044-55EA-1518683CD0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Выводы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1755813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BFFA0D-F416-5165-C864-9DAC1A68A8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285750" indent="-285750"/>
            <a:r>
              <a:rPr lang="ru-RU" dirty="0"/>
              <a:t>«Чем больше </a:t>
            </a:r>
            <a:r>
              <a:rPr lang="en-US" dirty="0"/>
              <a:t>k, </a:t>
            </a:r>
            <a:r>
              <a:rPr lang="ru-RU" dirty="0"/>
              <a:t>тем меньше ошибка</a:t>
            </a:r>
            <a:r>
              <a:rPr lang="en-US" dirty="0"/>
              <a:t>»</a:t>
            </a:r>
            <a:endParaRPr lang="ru-RU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C203DB1-651F-A9A9-2A88-04DE924AFE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2909" y="1227313"/>
            <a:ext cx="10206181" cy="52655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598034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631C54-E4AC-D8A7-1B34-76236A6D66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«</a:t>
            </a:r>
            <a:r>
              <a:rPr lang="en-US" dirty="0"/>
              <a:t>random – </a:t>
            </a:r>
            <a:r>
              <a:rPr lang="ru-RU" dirty="0"/>
              <a:t>плохо, </a:t>
            </a:r>
            <a:r>
              <a:rPr lang="en-US" dirty="0"/>
              <a:t>highest deg ≈</a:t>
            </a:r>
            <a:r>
              <a:rPr lang="ru-RU" dirty="0"/>
              <a:t> </a:t>
            </a:r>
            <a:r>
              <a:rPr lang="en-US" dirty="0"/>
              <a:t>best </a:t>
            </a:r>
            <a:r>
              <a:rPr lang="en-US" dirty="0" err="1"/>
              <a:t>cov</a:t>
            </a:r>
            <a:r>
              <a:rPr lang="en-US" dirty="0"/>
              <a:t>.</a:t>
            </a:r>
            <a:r>
              <a:rPr lang="ru-RU" dirty="0"/>
              <a:t>»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27EBC07-599A-A784-1C4A-885CEE0BB6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418983"/>
            <a:ext cx="9885218" cy="50999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958410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BA76AE-94FC-94B7-D83D-F37CE62496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«</a:t>
            </a:r>
            <a:r>
              <a:rPr lang="en-US" dirty="0"/>
              <a:t>SC </a:t>
            </a:r>
            <a:r>
              <a:rPr lang="ru-RU" dirty="0"/>
              <a:t>точнее, чем </a:t>
            </a:r>
            <a:r>
              <a:rPr lang="en-US" dirty="0"/>
              <a:t>BASIC</a:t>
            </a:r>
            <a:r>
              <a:rPr lang="ru-RU" dirty="0"/>
              <a:t>»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BD84003-7E97-39E0-476A-2FE6AEE4F66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452358"/>
            <a:ext cx="10477697" cy="54056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279978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1516AC-33EF-C906-D3C5-2848A8F78C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Общие графики точности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66DC8DD-50B5-FCD4-56B0-C74DFD015E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7936" y="1273774"/>
            <a:ext cx="10116127" cy="52191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646040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C25505-2F1F-03B1-90A1-04FAFA12AB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«больше всего времени на подготовку</a:t>
            </a:r>
            <a:br>
              <a:rPr lang="en-US" dirty="0"/>
            </a:br>
            <a:r>
              <a:rPr lang="en-US" dirty="0"/>
              <a:t>	</a:t>
            </a:r>
            <a:r>
              <a:rPr lang="ru-RU" dirty="0"/>
              <a:t>(</a:t>
            </a:r>
            <a:r>
              <a:rPr lang="en-US" dirty="0"/>
              <a:t>BFS -&gt; d(v, landmark)</a:t>
            </a:r>
            <a:r>
              <a:rPr lang="ru-RU" dirty="0"/>
              <a:t>»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F845D17-27EC-8755-D41C-1921268F53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690688"/>
            <a:ext cx="9581120" cy="49430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524342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5CFD76-7095-B563-9C4C-ED80BF88F3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«больше всего времени на подготовку</a:t>
            </a:r>
            <a:br>
              <a:rPr lang="en-US" dirty="0"/>
            </a:br>
            <a:r>
              <a:rPr lang="en-US" dirty="0"/>
              <a:t>	</a:t>
            </a:r>
            <a:r>
              <a:rPr lang="ru-RU" dirty="0"/>
              <a:t>(</a:t>
            </a:r>
            <a:r>
              <a:rPr lang="en-US" dirty="0"/>
              <a:t>SPT)</a:t>
            </a:r>
            <a:r>
              <a:rPr lang="ru-RU" dirty="0"/>
              <a:t>»</a:t>
            </a:r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059EA7E-7D40-7647-E892-8A766FF71D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799" y="1690688"/>
            <a:ext cx="9963727" cy="51404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984611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62399C-D3D2-1C76-C99D-DE975D803E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Общие графики</a:t>
            </a:r>
            <a:r>
              <a:rPr lang="en-US" dirty="0"/>
              <a:t> </a:t>
            </a:r>
            <a:r>
              <a:rPr lang="ru-RU" dirty="0"/>
              <a:t>времени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48234BF-D57F-D595-6233-0320370AF9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4643" y="1373559"/>
            <a:ext cx="9922714" cy="51193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135713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113</TotalTime>
  <Words>99</Words>
  <Application>Microsoft Macintosh PowerPoint</Application>
  <PresentationFormat>Widescreen</PresentationFormat>
  <Paragraphs>18</Paragraphs>
  <Slides>18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2" baseType="lpstr">
      <vt:lpstr>Arial</vt:lpstr>
      <vt:lpstr>Calibri</vt:lpstr>
      <vt:lpstr>Calibri Light</vt:lpstr>
      <vt:lpstr>Office Theme</vt:lpstr>
      <vt:lpstr>LCA -&gt; SC</vt:lpstr>
      <vt:lpstr>Анализ работы алгоритмов</vt:lpstr>
      <vt:lpstr>BASIC, CA-AstroPh</vt:lpstr>
      <vt:lpstr>SC, CA-AstroPh</vt:lpstr>
      <vt:lpstr>BASIC, CA-GrQc</vt:lpstr>
      <vt:lpstr>SC, CA-GrQc</vt:lpstr>
      <vt:lpstr>BASIC, Wiki-Vote</vt:lpstr>
      <vt:lpstr>SC, Wiki-Vote</vt:lpstr>
      <vt:lpstr>BASIC, graph_8</vt:lpstr>
      <vt:lpstr>SC, graph_8</vt:lpstr>
      <vt:lpstr>Выводы</vt:lpstr>
      <vt:lpstr>«Чем больше k, тем меньше ошибка»</vt:lpstr>
      <vt:lpstr>«random – плохо, highest deg ≈ best cov.»</vt:lpstr>
      <vt:lpstr>«SC точнее, чем BASIC»</vt:lpstr>
      <vt:lpstr>Общие графики точности</vt:lpstr>
      <vt:lpstr>«больше всего времени на подготовку  (BFS -&gt; d(v, landmark)»</vt:lpstr>
      <vt:lpstr>«больше всего времени на подготовку  (SPT)»</vt:lpstr>
      <vt:lpstr>Общие графики времени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Danil Mikhaylov</dc:creator>
  <cp:lastModifiedBy>Danil Mikhaylov</cp:lastModifiedBy>
  <cp:revision>8</cp:revision>
  <dcterms:created xsi:type="dcterms:W3CDTF">2025-05-25T18:39:26Z</dcterms:created>
  <dcterms:modified xsi:type="dcterms:W3CDTF">2025-05-30T20:13:12Z</dcterms:modified>
</cp:coreProperties>
</file>